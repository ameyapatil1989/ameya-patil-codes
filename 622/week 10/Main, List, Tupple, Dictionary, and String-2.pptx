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9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C6E319-33A5-4518-BC1A-B3454B9758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3562DA-0D1F-4E44-AD01-DFD25D8A686E}">
      <dgm:prSet/>
      <dgm:spPr/>
      <dgm:t>
        <a:bodyPr/>
        <a:lstStyle/>
        <a:p>
          <a:r>
            <a:rPr lang="en-US" b="1" i="0" baseline="0"/>
            <a:t>Control Execution:</a:t>
          </a:r>
          <a:br>
            <a:rPr lang="en-US" b="0" i="0" baseline="0"/>
          </a:br>
          <a:r>
            <a:rPr lang="en-US" b="0" i="0" baseline="0"/>
            <a:t>Centralizes where the program starts running.</a:t>
          </a:r>
          <a:endParaRPr lang="en-US"/>
        </a:p>
      </dgm:t>
    </dgm:pt>
    <dgm:pt modelId="{E1C97F46-66B2-44C8-9756-6FEFD4E0E431}" type="parTrans" cxnId="{095F15AA-F6B4-4E8D-BCC0-23500BFFB62F}">
      <dgm:prSet/>
      <dgm:spPr/>
      <dgm:t>
        <a:bodyPr/>
        <a:lstStyle/>
        <a:p>
          <a:endParaRPr lang="en-US"/>
        </a:p>
      </dgm:t>
    </dgm:pt>
    <dgm:pt modelId="{EC2BED5E-D3AD-4392-BD2F-BDF3A59C6511}" type="sibTrans" cxnId="{095F15AA-F6B4-4E8D-BCC0-23500BFFB62F}">
      <dgm:prSet/>
      <dgm:spPr/>
      <dgm:t>
        <a:bodyPr/>
        <a:lstStyle/>
        <a:p>
          <a:endParaRPr lang="en-US"/>
        </a:p>
      </dgm:t>
    </dgm:pt>
    <dgm:pt modelId="{D51A44CF-BEBC-49B7-ABC3-0BFAC5BA2A3F}">
      <dgm:prSet/>
      <dgm:spPr/>
      <dgm:t>
        <a:bodyPr/>
        <a:lstStyle/>
        <a:p>
          <a:r>
            <a:rPr lang="en-US" b="1" i="0" baseline="0"/>
            <a:t>Readability &amp; Organization:</a:t>
          </a:r>
          <a:br>
            <a:rPr lang="en-US" b="0" i="0" baseline="0"/>
          </a:br>
          <a:r>
            <a:rPr lang="en-US" b="0" i="0" baseline="0"/>
            <a:t>Makes it easier for others to understand the flow of the program.</a:t>
          </a:r>
          <a:endParaRPr lang="en-US"/>
        </a:p>
      </dgm:t>
    </dgm:pt>
    <dgm:pt modelId="{BE5195F2-7047-4BC4-B9EA-39903B210950}" type="parTrans" cxnId="{520D530E-FB44-4FD3-8622-0F5A60606E60}">
      <dgm:prSet/>
      <dgm:spPr/>
      <dgm:t>
        <a:bodyPr/>
        <a:lstStyle/>
        <a:p>
          <a:endParaRPr lang="en-US"/>
        </a:p>
      </dgm:t>
    </dgm:pt>
    <dgm:pt modelId="{F241991A-C1EA-4D23-845D-76DF97E90119}" type="sibTrans" cxnId="{520D530E-FB44-4FD3-8622-0F5A60606E60}">
      <dgm:prSet/>
      <dgm:spPr/>
      <dgm:t>
        <a:bodyPr/>
        <a:lstStyle/>
        <a:p>
          <a:endParaRPr lang="en-US"/>
        </a:p>
      </dgm:t>
    </dgm:pt>
    <dgm:pt modelId="{694EB5DC-A652-4867-B0E6-4CECF896F62E}">
      <dgm:prSet/>
      <dgm:spPr/>
      <dgm:t>
        <a:bodyPr/>
        <a:lstStyle/>
        <a:p>
          <a:r>
            <a:rPr lang="en-US" b="1" i="0" baseline="0"/>
            <a:t>Reusability:</a:t>
          </a:r>
          <a:br>
            <a:rPr lang="en-US" b="0" i="0" baseline="0"/>
          </a:br>
          <a:r>
            <a:rPr lang="en-US" b="0" i="0" baseline="0"/>
            <a:t>Allows parts of your code to be imported without executing the main section.</a:t>
          </a:r>
          <a:endParaRPr lang="en-US"/>
        </a:p>
      </dgm:t>
    </dgm:pt>
    <dgm:pt modelId="{E93DA5ED-AE11-4BCC-B582-999708CEE84B}" type="parTrans" cxnId="{03267F2F-4EC7-4D4B-AAF5-66BB3814895F}">
      <dgm:prSet/>
      <dgm:spPr/>
      <dgm:t>
        <a:bodyPr/>
        <a:lstStyle/>
        <a:p>
          <a:endParaRPr lang="en-US"/>
        </a:p>
      </dgm:t>
    </dgm:pt>
    <dgm:pt modelId="{5D07324C-727B-4682-9EC0-1FE61EC4382A}" type="sibTrans" cxnId="{03267F2F-4EC7-4D4B-AAF5-66BB3814895F}">
      <dgm:prSet/>
      <dgm:spPr/>
      <dgm:t>
        <a:bodyPr/>
        <a:lstStyle/>
        <a:p>
          <a:endParaRPr lang="en-US"/>
        </a:p>
      </dgm:t>
    </dgm:pt>
    <dgm:pt modelId="{A2D9CB70-03B6-48D7-B228-C854B9EB55C0}" type="pres">
      <dgm:prSet presAssocID="{EAC6E319-33A5-4518-BC1A-B3454B9758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F870DFB-DB4F-465B-981E-61F6E5CB9103}" type="pres">
      <dgm:prSet presAssocID="{573562DA-0D1F-4E44-AD01-DFD25D8A686E}" presName="hierRoot1" presStyleCnt="0"/>
      <dgm:spPr/>
    </dgm:pt>
    <dgm:pt modelId="{97E49D28-64D7-434A-986F-63D06CA5C4B4}" type="pres">
      <dgm:prSet presAssocID="{573562DA-0D1F-4E44-AD01-DFD25D8A686E}" presName="composite" presStyleCnt="0"/>
      <dgm:spPr/>
    </dgm:pt>
    <dgm:pt modelId="{C3231898-B841-42BC-ACAC-88CEEEC02B06}" type="pres">
      <dgm:prSet presAssocID="{573562DA-0D1F-4E44-AD01-DFD25D8A686E}" presName="background" presStyleLbl="node0" presStyleIdx="0" presStyleCnt="3"/>
      <dgm:spPr/>
    </dgm:pt>
    <dgm:pt modelId="{82DF7B1D-5835-427B-9525-00765002F865}" type="pres">
      <dgm:prSet presAssocID="{573562DA-0D1F-4E44-AD01-DFD25D8A686E}" presName="text" presStyleLbl="fgAcc0" presStyleIdx="0" presStyleCnt="3">
        <dgm:presLayoutVars>
          <dgm:chPref val="3"/>
        </dgm:presLayoutVars>
      </dgm:prSet>
      <dgm:spPr/>
    </dgm:pt>
    <dgm:pt modelId="{31FB62DE-D149-4012-B0E6-BAB96E07F5B7}" type="pres">
      <dgm:prSet presAssocID="{573562DA-0D1F-4E44-AD01-DFD25D8A686E}" presName="hierChild2" presStyleCnt="0"/>
      <dgm:spPr/>
    </dgm:pt>
    <dgm:pt modelId="{553F993D-230B-41A6-AC60-E0C9E8104F78}" type="pres">
      <dgm:prSet presAssocID="{D51A44CF-BEBC-49B7-ABC3-0BFAC5BA2A3F}" presName="hierRoot1" presStyleCnt="0"/>
      <dgm:spPr/>
    </dgm:pt>
    <dgm:pt modelId="{882FCBE1-FFC3-429B-8832-2A8CCE5C7F72}" type="pres">
      <dgm:prSet presAssocID="{D51A44CF-BEBC-49B7-ABC3-0BFAC5BA2A3F}" presName="composite" presStyleCnt="0"/>
      <dgm:spPr/>
    </dgm:pt>
    <dgm:pt modelId="{6F928858-FA2A-468F-B69B-81CBBC6FE34F}" type="pres">
      <dgm:prSet presAssocID="{D51A44CF-BEBC-49B7-ABC3-0BFAC5BA2A3F}" presName="background" presStyleLbl="node0" presStyleIdx="1" presStyleCnt="3"/>
      <dgm:spPr/>
    </dgm:pt>
    <dgm:pt modelId="{989A1A71-BDAE-4701-8E30-4B728AF70904}" type="pres">
      <dgm:prSet presAssocID="{D51A44CF-BEBC-49B7-ABC3-0BFAC5BA2A3F}" presName="text" presStyleLbl="fgAcc0" presStyleIdx="1" presStyleCnt="3">
        <dgm:presLayoutVars>
          <dgm:chPref val="3"/>
        </dgm:presLayoutVars>
      </dgm:prSet>
      <dgm:spPr/>
    </dgm:pt>
    <dgm:pt modelId="{C2B66A09-02F8-44C5-B348-824B222CC573}" type="pres">
      <dgm:prSet presAssocID="{D51A44CF-BEBC-49B7-ABC3-0BFAC5BA2A3F}" presName="hierChild2" presStyleCnt="0"/>
      <dgm:spPr/>
    </dgm:pt>
    <dgm:pt modelId="{8ADE24B0-B57E-4140-ACD9-963CB5E51C49}" type="pres">
      <dgm:prSet presAssocID="{694EB5DC-A652-4867-B0E6-4CECF896F62E}" presName="hierRoot1" presStyleCnt="0"/>
      <dgm:spPr/>
    </dgm:pt>
    <dgm:pt modelId="{40F08DC7-8562-474D-A350-FA81EB75125F}" type="pres">
      <dgm:prSet presAssocID="{694EB5DC-A652-4867-B0E6-4CECF896F62E}" presName="composite" presStyleCnt="0"/>
      <dgm:spPr/>
    </dgm:pt>
    <dgm:pt modelId="{7FF225EC-B661-44EE-9FFA-0B21BABA8567}" type="pres">
      <dgm:prSet presAssocID="{694EB5DC-A652-4867-B0E6-4CECF896F62E}" presName="background" presStyleLbl="node0" presStyleIdx="2" presStyleCnt="3"/>
      <dgm:spPr/>
    </dgm:pt>
    <dgm:pt modelId="{1F223689-0F25-435E-9A66-7C72C6C24C3B}" type="pres">
      <dgm:prSet presAssocID="{694EB5DC-A652-4867-B0E6-4CECF896F62E}" presName="text" presStyleLbl="fgAcc0" presStyleIdx="2" presStyleCnt="3">
        <dgm:presLayoutVars>
          <dgm:chPref val="3"/>
        </dgm:presLayoutVars>
      </dgm:prSet>
      <dgm:spPr/>
    </dgm:pt>
    <dgm:pt modelId="{EF8F5AC3-CA07-41AB-BF7D-477A5A8D87CE}" type="pres">
      <dgm:prSet presAssocID="{694EB5DC-A652-4867-B0E6-4CECF896F62E}" presName="hierChild2" presStyleCnt="0"/>
      <dgm:spPr/>
    </dgm:pt>
  </dgm:ptLst>
  <dgm:cxnLst>
    <dgm:cxn modelId="{520D530E-FB44-4FD3-8622-0F5A60606E60}" srcId="{EAC6E319-33A5-4518-BC1A-B3454B975806}" destId="{D51A44CF-BEBC-49B7-ABC3-0BFAC5BA2A3F}" srcOrd="1" destOrd="0" parTransId="{BE5195F2-7047-4BC4-B9EA-39903B210950}" sibTransId="{F241991A-C1EA-4D23-845D-76DF97E90119}"/>
    <dgm:cxn modelId="{C47A5610-AA9E-4B91-B091-5EED9D2BC9F8}" type="presOf" srcId="{D51A44CF-BEBC-49B7-ABC3-0BFAC5BA2A3F}" destId="{989A1A71-BDAE-4701-8E30-4B728AF70904}" srcOrd="0" destOrd="0" presId="urn:microsoft.com/office/officeart/2005/8/layout/hierarchy1"/>
    <dgm:cxn modelId="{03267F2F-4EC7-4D4B-AAF5-66BB3814895F}" srcId="{EAC6E319-33A5-4518-BC1A-B3454B975806}" destId="{694EB5DC-A652-4867-B0E6-4CECF896F62E}" srcOrd="2" destOrd="0" parTransId="{E93DA5ED-AE11-4BCC-B582-999708CEE84B}" sibTransId="{5D07324C-727B-4682-9EC0-1FE61EC4382A}"/>
    <dgm:cxn modelId="{30D7758E-6E7A-4F38-B535-666C66962319}" type="presOf" srcId="{EAC6E319-33A5-4518-BC1A-B3454B975806}" destId="{A2D9CB70-03B6-48D7-B228-C854B9EB55C0}" srcOrd="0" destOrd="0" presId="urn:microsoft.com/office/officeart/2005/8/layout/hierarchy1"/>
    <dgm:cxn modelId="{82E103A5-C13F-4BC9-AAC5-3827CDE363B8}" type="presOf" srcId="{694EB5DC-A652-4867-B0E6-4CECF896F62E}" destId="{1F223689-0F25-435E-9A66-7C72C6C24C3B}" srcOrd="0" destOrd="0" presId="urn:microsoft.com/office/officeart/2005/8/layout/hierarchy1"/>
    <dgm:cxn modelId="{095F15AA-F6B4-4E8D-BCC0-23500BFFB62F}" srcId="{EAC6E319-33A5-4518-BC1A-B3454B975806}" destId="{573562DA-0D1F-4E44-AD01-DFD25D8A686E}" srcOrd="0" destOrd="0" parTransId="{E1C97F46-66B2-44C8-9756-6FEFD4E0E431}" sibTransId="{EC2BED5E-D3AD-4392-BD2F-BDF3A59C6511}"/>
    <dgm:cxn modelId="{CD9735C5-E1EC-4407-8E94-D9428AE0F8A7}" type="presOf" srcId="{573562DA-0D1F-4E44-AD01-DFD25D8A686E}" destId="{82DF7B1D-5835-427B-9525-00765002F865}" srcOrd="0" destOrd="0" presId="urn:microsoft.com/office/officeart/2005/8/layout/hierarchy1"/>
    <dgm:cxn modelId="{97FD9A68-AEB6-45AE-9E6D-FD76B2F3B63D}" type="presParOf" srcId="{A2D9CB70-03B6-48D7-B228-C854B9EB55C0}" destId="{4F870DFB-DB4F-465B-981E-61F6E5CB9103}" srcOrd="0" destOrd="0" presId="urn:microsoft.com/office/officeart/2005/8/layout/hierarchy1"/>
    <dgm:cxn modelId="{1297EB12-F229-4193-BA15-3EE5EE2D2551}" type="presParOf" srcId="{4F870DFB-DB4F-465B-981E-61F6E5CB9103}" destId="{97E49D28-64D7-434A-986F-63D06CA5C4B4}" srcOrd="0" destOrd="0" presId="urn:microsoft.com/office/officeart/2005/8/layout/hierarchy1"/>
    <dgm:cxn modelId="{874D86E6-4434-4863-BFA6-2625DA8036FF}" type="presParOf" srcId="{97E49D28-64D7-434A-986F-63D06CA5C4B4}" destId="{C3231898-B841-42BC-ACAC-88CEEEC02B06}" srcOrd="0" destOrd="0" presId="urn:microsoft.com/office/officeart/2005/8/layout/hierarchy1"/>
    <dgm:cxn modelId="{CE3DA45C-19CB-4E82-A5E9-24ABCB382BCE}" type="presParOf" srcId="{97E49D28-64D7-434A-986F-63D06CA5C4B4}" destId="{82DF7B1D-5835-427B-9525-00765002F865}" srcOrd="1" destOrd="0" presId="urn:microsoft.com/office/officeart/2005/8/layout/hierarchy1"/>
    <dgm:cxn modelId="{7E1224A2-F870-4F8B-86C6-7688E3AE5A5E}" type="presParOf" srcId="{4F870DFB-DB4F-465B-981E-61F6E5CB9103}" destId="{31FB62DE-D149-4012-B0E6-BAB96E07F5B7}" srcOrd="1" destOrd="0" presId="urn:microsoft.com/office/officeart/2005/8/layout/hierarchy1"/>
    <dgm:cxn modelId="{1C08761C-4BEB-4D60-8FB7-2AEF135E5D81}" type="presParOf" srcId="{A2D9CB70-03B6-48D7-B228-C854B9EB55C0}" destId="{553F993D-230B-41A6-AC60-E0C9E8104F78}" srcOrd="1" destOrd="0" presId="urn:microsoft.com/office/officeart/2005/8/layout/hierarchy1"/>
    <dgm:cxn modelId="{F171D219-5BA9-4615-9DF9-6877738600C5}" type="presParOf" srcId="{553F993D-230B-41A6-AC60-E0C9E8104F78}" destId="{882FCBE1-FFC3-429B-8832-2A8CCE5C7F72}" srcOrd="0" destOrd="0" presId="urn:microsoft.com/office/officeart/2005/8/layout/hierarchy1"/>
    <dgm:cxn modelId="{E745A7EF-B9DD-4D98-BCBA-E7ED89E018A4}" type="presParOf" srcId="{882FCBE1-FFC3-429B-8832-2A8CCE5C7F72}" destId="{6F928858-FA2A-468F-B69B-81CBBC6FE34F}" srcOrd="0" destOrd="0" presId="urn:microsoft.com/office/officeart/2005/8/layout/hierarchy1"/>
    <dgm:cxn modelId="{9A3BE091-307D-4F72-8C76-C2086C10FE6E}" type="presParOf" srcId="{882FCBE1-FFC3-429B-8832-2A8CCE5C7F72}" destId="{989A1A71-BDAE-4701-8E30-4B728AF70904}" srcOrd="1" destOrd="0" presId="urn:microsoft.com/office/officeart/2005/8/layout/hierarchy1"/>
    <dgm:cxn modelId="{4D9C05BE-5CC2-47B4-B244-F41B7527948D}" type="presParOf" srcId="{553F993D-230B-41A6-AC60-E0C9E8104F78}" destId="{C2B66A09-02F8-44C5-B348-824B222CC573}" srcOrd="1" destOrd="0" presId="urn:microsoft.com/office/officeart/2005/8/layout/hierarchy1"/>
    <dgm:cxn modelId="{530467B0-B1DF-45AA-AF9F-FA31384B96BB}" type="presParOf" srcId="{A2D9CB70-03B6-48D7-B228-C854B9EB55C0}" destId="{8ADE24B0-B57E-4140-ACD9-963CB5E51C49}" srcOrd="2" destOrd="0" presId="urn:microsoft.com/office/officeart/2005/8/layout/hierarchy1"/>
    <dgm:cxn modelId="{936C1003-0800-4EBC-BFA2-6E16B08303C4}" type="presParOf" srcId="{8ADE24B0-B57E-4140-ACD9-963CB5E51C49}" destId="{40F08DC7-8562-474D-A350-FA81EB75125F}" srcOrd="0" destOrd="0" presId="urn:microsoft.com/office/officeart/2005/8/layout/hierarchy1"/>
    <dgm:cxn modelId="{F39F51BA-C2E2-45BE-90FB-D31E50DB2494}" type="presParOf" srcId="{40F08DC7-8562-474D-A350-FA81EB75125F}" destId="{7FF225EC-B661-44EE-9FFA-0B21BABA8567}" srcOrd="0" destOrd="0" presId="urn:microsoft.com/office/officeart/2005/8/layout/hierarchy1"/>
    <dgm:cxn modelId="{173B6A55-FCAE-4946-8B18-32E80DE75AB2}" type="presParOf" srcId="{40F08DC7-8562-474D-A350-FA81EB75125F}" destId="{1F223689-0F25-435E-9A66-7C72C6C24C3B}" srcOrd="1" destOrd="0" presId="urn:microsoft.com/office/officeart/2005/8/layout/hierarchy1"/>
    <dgm:cxn modelId="{6D1413EF-FFCB-45F4-B4D7-61A061CF9D36}" type="presParOf" srcId="{8ADE24B0-B57E-4140-ACD9-963CB5E51C49}" destId="{EF8F5AC3-CA07-41AB-BF7D-477A5A8D87C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3D6829-4BE3-4AF9-8FFC-C04112C4943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782BC2C8-BBE4-4840-93FC-5526DB25CF29}">
      <dgm:prSet/>
      <dgm:spPr/>
      <dgm:t>
        <a:bodyPr/>
        <a:lstStyle/>
        <a:p>
          <a:pPr>
            <a:defRPr cap="all"/>
          </a:pPr>
          <a:r>
            <a:rPr lang="en-US"/>
            <a:t>A list is an ordered, mutable collection used to store items.</a:t>
          </a:r>
        </a:p>
      </dgm:t>
    </dgm:pt>
    <dgm:pt modelId="{226DB946-1B00-4CA4-A44F-0490593E2CB2}" type="parTrans" cxnId="{203733E1-94CB-4032-B206-EC3D0506BA51}">
      <dgm:prSet/>
      <dgm:spPr/>
      <dgm:t>
        <a:bodyPr/>
        <a:lstStyle/>
        <a:p>
          <a:endParaRPr lang="en-US"/>
        </a:p>
      </dgm:t>
    </dgm:pt>
    <dgm:pt modelId="{62E83406-C4F2-4C44-9F18-62D22A2BD6B2}" type="sibTrans" cxnId="{203733E1-94CB-4032-B206-EC3D0506BA51}">
      <dgm:prSet/>
      <dgm:spPr/>
      <dgm:t>
        <a:bodyPr/>
        <a:lstStyle/>
        <a:p>
          <a:endParaRPr lang="en-US"/>
        </a:p>
      </dgm:t>
    </dgm:pt>
    <dgm:pt modelId="{564F0A1F-8F51-45B9-986E-EB4521CCEB4B}">
      <dgm:prSet/>
      <dgm:spPr/>
      <dgm:t>
        <a:bodyPr/>
        <a:lstStyle/>
        <a:p>
          <a:pPr>
            <a:defRPr cap="all"/>
          </a:pPr>
          <a:r>
            <a:rPr lang="en-US"/>
            <a:t>Supports indexing, slicing, and dynamic resizing.</a:t>
          </a:r>
        </a:p>
      </dgm:t>
    </dgm:pt>
    <dgm:pt modelId="{0A7ED6C8-7C25-430F-B486-7663CA0814CD}" type="parTrans" cxnId="{39858C47-8E2B-4324-BCA4-0D448144D945}">
      <dgm:prSet/>
      <dgm:spPr/>
      <dgm:t>
        <a:bodyPr/>
        <a:lstStyle/>
        <a:p>
          <a:endParaRPr lang="en-US"/>
        </a:p>
      </dgm:t>
    </dgm:pt>
    <dgm:pt modelId="{C523225A-E47D-4AA6-8BA3-49E28B5EA1D2}" type="sibTrans" cxnId="{39858C47-8E2B-4324-BCA4-0D448144D945}">
      <dgm:prSet/>
      <dgm:spPr/>
      <dgm:t>
        <a:bodyPr/>
        <a:lstStyle/>
        <a:p>
          <a:endParaRPr lang="en-US"/>
        </a:p>
      </dgm:t>
    </dgm:pt>
    <dgm:pt modelId="{70CE4B00-C2A0-40A1-BFC9-6729AD59C924}">
      <dgm:prSet/>
      <dgm:spPr/>
      <dgm:t>
        <a:bodyPr/>
        <a:lstStyle/>
        <a:p>
          <a:pPr>
            <a:defRPr cap="all"/>
          </a:pPr>
          <a:r>
            <a:rPr lang="en-US"/>
            <a:t>[1, 2, 3, 4, 5]</a:t>
          </a:r>
        </a:p>
      </dgm:t>
    </dgm:pt>
    <dgm:pt modelId="{C82BCAC9-799B-4CB5-92E8-EDCE44885365}" type="parTrans" cxnId="{F34EC054-310E-405C-B37D-5CF43DA9C529}">
      <dgm:prSet/>
      <dgm:spPr/>
      <dgm:t>
        <a:bodyPr/>
        <a:lstStyle/>
        <a:p>
          <a:endParaRPr lang="en-US"/>
        </a:p>
      </dgm:t>
    </dgm:pt>
    <dgm:pt modelId="{F1FD919D-9796-46DC-AE05-EC6EA066859E}" type="sibTrans" cxnId="{F34EC054-310E-405C-B37D-5CF43DA9C529}">
      <dgm:prSet/>
      <dgm:spPr/>
      <dgm:t>
        <a:bodyPr/>
        <a:lstStyle/>
        <a:p>
          <a:endParaRPr lang="en-US"/>
        </a:p>
      </dgm:t>
    </dgm:pt>
    <dgm:pt modelId="{683219CB-58ED-4EFC-84D9-263905AE2397}" type="pres">
      <dgm:prSet presAssocID="{DD3D6829-4BE3-4AF9-8FFC-C04112C4943B}" presName="root" presStyleCnt="0">
        <dgm:presLayoutVars>
          <dgm:dir/>
          <dgm:resizeHandles val="exact"/>
        </dgm:presLayoutVars>
      </dgm:prSet>
      <dgm:spPr/>
    </dgm:pt>
    <dgm:pt modelId="{A3F6AA9D-2AEF-43AE-97E5-A8865C6DB0EF}" type="pres">
      <dgm:prSet presAssocID="{782BC2C8-BBE4-4840-93FC-5526DB25CF29}" presName="compNode" presStyleCnt="0"/>
      <dgm:spPr/>
    </dgm:pt>
    <dgm:pt modelId="{B0AD9EF1-BBC7-40D7-ACF3-78BFD43891E6}" type="pres">
      <dgm:prSet presAssocID="{782BC2C8-BBE4-4840-93FC-5526DB25CF2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5E0CC9F-C22D-4947-B6D6-89ACF8221787}" type="pres">
      <dgm:prSet presAssocID="{782BC2C8-BBE4-4840-93FC-5526DB25CF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289DF8A-F465-4AD5-B53C-747B92C06226}" type="pres">
      <dgm:prSet presAssocID="{782BC2C8-BBE4-4840-93FC-5526DB25CF29}" presName="spaceRect" presStyleCnt="0"/>
      <dgm:spPr/>
    </dgm:pt>
    <dgm:pt modelId="{127F8D80-9D23-4D27-B983-CF6EBD87786A}" type="pres">
      <dgm:prSet presAssocID="{782BC2C8-BBE4-4840-93FC-5526DB25CF29}" presName="textRect" presStyleLbl="revTx" presStyleIdx="0" presStyleCnt="3">
        <dgm:presLayoutVars>
          <dgm:chMax val="1"/>
          <dgm:chPref val="1"/>
        </dgm:presLayoutVars>
      </dgm:prSet>
      <dgm:spPr/>
    </dgm:pt>
    <dgm:pt modelId="{5933E59B-4299-46C6-A610-7B89CC85BC4A}" type="pres">
      <dgm:prSet presAssocID="{62E83406-C4F2-4C44-9F18-62D22A2BD6B2}" presName="sibTrans" presStyleCnt="0"/>
      <dgm:spPr/>
    </dgm:pt>
    <dgm:pt modelId="{CBEE8B19-A963-435A-A6F4-97DE90E43A9F}" type="pres">
      <dgm:prSet presAssocID="{564F0A1F-8F51-45B9-986E-EB4521CCEB4B}" presName="compNode" presStyleCnt="0"/>
      <dgm:spPr/>
    </dgm:pt>
    <dgm:pt modelId="{C04CEEE9-A880-46E5-AB2A-6BC97597888F}" type="pres">
      <dgm:prSet presAssocID="{564F0A1F-8F51-45B9-986E-EB4521CCEB4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C5566C6-62BC-40F4-A408-65A3D694B7E1}" type="pres">
      <dgm:prSet presAssocID="{564F0A1F-8F51-45B9-986E-EB4521CCEB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Lines"/>
        </a:ext>
      </dgm:extLst>
    </dgm:pt>
    <dgm:pt modelId="{6A94DFAC-8156-41FF-A03E-949C713F2ABB}" type="pres">
      <dgm:prSet presAssocID="{564F0A1F-8F51-45B9-986E-EB4521CCEB4B}" presName="spaceRect" presStyleCnt="0"/>
      <dgm:spPr/>
    </dgm:pt>
    <dgm:pt modelId="{E5EDFD16-CD01-452E-B418-8403B156B6DF}" type="pres">
      <dgm:prSet presAssocID="{564F0A1F-8F51-45B9-986E-EB4521CCEB4B}" presName="textRect" presStyleLbl="revTx" presStyleIdx="1" presStyleCnt="3">
        <dgm:presLayoutVars>
          <dgm:chMax val="1"/>
          <dgm:chPref val="1"/>
        </dgm:presLayoutVars>
      </dgm:prSet>
      <dgm:spPr/>
    </dgm:pt>
    <dgm:pt modelId="{66270BF8-BFCE-4F95-9974-512941D5755E}" type="pres">
      <dgm:prSet presAssocID="{C523225A-E47D-4AA6-8BA3-49E28B5EA1D2}" presName="sibTrans" presStyleCnt="0"/>
      <dgm:spPr/>
    </dgm:pt>
    <dgm:pt modelId="{51102243-ED63-4530-859F-0116F986C0F0}" type="pres">
      <dgm:prSet presAssocID="{70CE4B00-C2A0-40A1-BFC9-6729AD59C924}" presName="compNode" presStyleCnt="0"/>
      <dgm:spPr/>
    </dgm:pt>
    <dgm:pt modelId="{7BA2FA4D-90B7-4DB6-8313-402CAC30289C}" type="pres">
      <dgm:prSet presAssocID="{70CE4B00-C2A0-40A1-BFC9-6729AD59C92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EBFA23D-E988-4423-ACFD-95B33825CA56}" type="pres">
      <dgm:prSet presAssocID="{70CE4B00-C2A0-40A1-BFC9-6729AD59C9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F986B1D-9B8F-4626-9DFF-E70B3C7E6518}" type="pres">
      <dgm:prSet presAssocID="{70CE4B00-C2A0-40A1-BFC9-6729AD59C924}" presName="spaceRect" presStyleCnt="0"/>
      <dgm:spPr/>
    </dgm:pt>
    <dgm:pt modelId="{14F60E9E-A23E-4D40-B8CC-E3FC405B7749}" type="pres">
      <dgm:prSet presAssocID="{70CE4B00-C2A0-40A1-BFC9-6729AD59C9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BB7925-1CA6-4A81-AC42-E7F2B5DD17B5}" type="presOf" srcId="{782BC2C8-BBE4-4840-93FC-5526DB25CF29}" destId="{127F8D80-9D23-4D27-B983-CF6EBD87786A}" srcOrd="0" destOrd="0" presId="urn:microsoft.com/office/officeart/2018/5/layout/IconLeafLabelList"/>
    <dgm:cxn modelId="{2EB2322A-C418-4D57-821A-4A4142CDA3B0}" type="presOf" srcId="{DD3D6829-4BE3-4AF9-8FFC-C04112C4943B}" destId="{683219CB-58ED-4EFC-84D9-263905AE2397}" srcOrd="0" destOrd="0" presId="urn:microsoft.com/office/officeart/2018/5/layout/IconLeafLabelList"/>
    <dgm:cxn modelId="{9F504B3F-2929-42DE-A836-EB3FD2152728}" type="presOf" srcId="{564F0A1F-8F51-45B9-986E-EB4521CCEB4B}" destId="{E5EDFD16-CD01-452E-B418-8403B156B6DF}" srcOrd="0" destOrd="0" presId="urn:microsoft.com/office/officeart/2018/5/layout/IconLeafLabelList"/>
    <dgm:cxn modelId="{39858C47-8E2B-4324-BCA4-0D448144D945}" srcId="{DD3D6829-4BE3-4AF9-8FFC-C04112C4943B}" destId="{564F0A1F-8F51-45B9-986E-EB4521CCEB4B}" srcOrd="1" destOrd="0" parTransId="{0A7ED6C8-7C25-430F-B486-7663CA0814CD}" sibTransId="{C523225A-E47D-4AA6-8BA3-49E28B5EA1D2}"/>
    <dgm:cxn modelId="{F34EC054-310E-405C-B37D-5CF43DA9C529}" srcId="{DD3D6829-4BE3-4AF9-8FFC-C04112C4943B}" destId="{70CE4B00-C2A0-40A1-BFC9-6729AD59C924}" srcOrd="2" destOrd="0" parTransId="{C82BCAC9-799B-4CB5-92E8-EDCE44885365}" sibTransId="{F1FD919D-9796-46DC-AE05-EC6EA066859E}"/>
    <dgm:cxn modelId="{104E8CC4-335B-44DC-B463-0B754B833DE7}" type="presOf" srcId="{70CE4B00-C2A0-40A1-BFC9-6729AD59C924}" destId="{14F60E9E-A23E-4D40-B8CC-E3FC405B7749}" srcOrd="0" destOrd="0" presId="urn:microsoft.com/office/officeart/2018/5/layout/IconLeafLabelList"/>
    <dgm:cxn modelId="{203733E1-94CB-4032-B206-EC3D0506BA51}" srcId="{DD3D6829-4BE3-4AF9-8FFC-C04112C4943B}" destId="{782BC2C8-BBE4-4840-93FC-5526DB25CF29}" srcOrd="0" destOrd="0" parTransId="{226DB946-1B00-4CA4-A44F-0490593E2CB2}" sibTransId="{62E83406-C4F2-4C44-9F18-62D22A2BD6B2}"/>
    <dgm:cxn modelId="{A09BFB9F-65D7-475D-9827-0C5BAFD90908}" type="presParOf" srcId="{683219CB-58ED-4EFC-84D9-263905AE2397}" destId="{A3F6AA9D-2AEF-43AE-97E5-A8865C6DB0EF}" srcOrd="0" destOrd="0" presId="urn:microsoft.com/office/officeart/2018/5/layout/IconLeafLabelList"/>
    <dgm:cxn modelId="{BACB2F05-7757-4FA4-BE0A-D9098373807D}" type="presParOf" srcId="{A3F6AA9D-2AEF-43AE-97E5-A8865C6DB0EF}" destId="{B0AD9EF1-BBC7-40D7-ACF3-78BFD43891E6}" srcOrd="0" destOrd="0" presId="urn:microsoft.com/office/officeart/2018/5/layout/IconLeafLabelList"/>
    <dgm:cxn modelId="{7B670C1A-1204-4184-8D39-530DCCF5CA9D}" type="presParOf" srcId="{A3F6AA9D-2AEF-43AE-97E5-A8865C6DB0EF}" destId="{A5E0CC9F-C22D-4947-B6D6-89ACF8221787}" srcOrd="1" destOrd="0" presId="urn:microsoft.com/office/officeart/2018/5/layout/IconLeafLabelList"/>
    <dgm:cxn modelId="{1749679C-3D00-4275-B5DF-7AE0A6D3C720}" type="presParOf" srcId="{A3F6AA9D-2AEF-43AE-97E5-A8865C6DB0EF}" destId="{0289DF8A-F465-4AD5-B53C-747B92C06226}" srcOrd="2" destOrd="0" presId="urn:microsoft.com/office/officeart/2018/5/layout/IconLeafLabelList"/>
    <dgm:cxn modelId="{34CE5850-A439-4C2A-AF23-10B77BD5F4CB}" type="presParOf" srcId="{A3F6AA9D-2AEF-43AE-97E5-A8865C6DB0EF}" destId="{127F8D80-9D23-4D27-B983-CF6EBD87786A}" srcOrd="3" destOrd="0" presId="urn:microsoft.com/office/officeart/2018/5/layout/IconLeafLabelList"/>
    <dgm:cxn modelId="{5D144311-1B75-401D-93AE-C63CE288BFE2}" type="presParOf" srcId="{683219CB-58ED-4EFC-84D9-263905AE2397}" destId="{5933E59B-4299-46C6-A610-7B89CC85BC4A}" srcOrd="1" destOrd="0" presId="urn:microsoft.com/office/officeart/2018/5/layout/IconLeafLabelList"/>
    <dgm:cxn modelId="{95BC645A-E0EA-4BF8-BEA9-C7B3170C0E83}" type="presParOf" srcId="{683219CB-58ED-4EFC-84D9-263905AE2397}" destId="{CBEE8B19-A963-435A-A6F4-97DE90E43A9F}" srcOrd="2" destOrd="0" presId="urn:microsoft.com/office/officeart/2018/5/layout/IconLeafLabelList"/>
    <dgm:cxn modelId="{D49BF74B-2E09-464D-8C18-F49C79439BFE}" type="presParOf" srcId="{CBEE8B19-A963-435A-A6F4-97DE90E43A9F}" destId="{C04CEEE9-A880-46E5-AB2A-6BC97597888F}" srcOrd="0" destOrd="0" presId="urn:microsoft.com/office/officeart/2018/5/layout/IconLeafLabelList"/>
    <dgm:cxn modelId="{3B844287-CC3A-4CA1-AB6F-217D18336683}" type="presParOf" srcId="{CBEE8B19-A963-435A-A6F4-97DE90E43A9F}" destId="{1C5566C6-62BC-40F4-A408-65A3D694B7E1}" srcOrd="1" destOrd="0" presId="urn:microsoft.com/office/officeart/2018/5/layout/IconLeafLabelList"/>
    <dgm:cxn modelId="{4E1CA954-B905-4454-A926-D6F3E7FAA39E}" type="presParOf" srcId="{CBEE8B19-A963-435A-A6F4-97DE90E43A9F}" destId="{6A94DFAC-8156-41FF-A03E-949C713F2ABB}" srcOrd="2" destOrd="0" presId="urn:microsoft.com/office/officeart/2018/5/layout/IconLeafLabelList"/>
    <dgm:cxn modelId="{806400C0-A84E-423B-A89F-B027D6D9F1C3}" type="presParOf" srcId="{CBEE8B19-A963-435A-A6F4-97DE90E43A9F}" destId="{E5EDFD16-CD01-452E-B418-8403B156B6DF}" srcOrd="3" destOrd="0" presId="urn:microsoft.com/office/officeart/2018/5/layout/IconLeafLabelList"/>
    <dgm:cxn modelId="{0855ECE0-7C6D-4DE1-A7A7-CE2E8CBA2F82}" type="presParOf" srcId="{683219CB-58ED-4EFC-84D9-263905AE2397}" destId="{66270BF8-BFCE-4F95-9974-512941D5755E}" srcOrd="3" destOrd="0" presId="urn:microsoft.com/office/officeart/2018/5/layout/IconLeafLabelList"/>
    <dgm:cxn modelId="{CC22ADCE-9EBC-4193-AA23-3C267373FBA2}" type="presParOf" srcId="{683219CB-58ED-4EFC-84D9-263905AE2397}" destId="{51102243-ED63-4530-859F-0116F986C0F0}" srcOrd="4" destOrd="0" presId="urn:microsoft.com/office/officeart/2018/5/layout/IconLeafLabelList"/>
    <dgm:cxn modelId="{654A30AE-3927-49FF-99CF-E73976B7DC29}" type="presParOf" srcId="{51102243-ED63-4530-859F-0116F986C0F0}" destId="{7BA2FA4D-90B7-4DB6-8313-402CAC30289C}" srcOrd="0" destOrd="0" presId="urn:microsoft.com/office/officeart/2018/5/layout/IconLeafLabelList"/>
    <dgm:cxn modelId="{67C24332-CB0B-42C9-A342-A7E2DE1DC122}" type="presParOf" srcId="{51102243-ED63-4530-859F-0116F986C0F0}" destId="{1EBFA23D-E988-4423-ACFD-95B33825CA56}" srcOrd="1" destOrd="0" presId="urn:microsoft.com/office/officeart/2018/5/layout/IconLeafLabelList"/>
    <dgm:cxn modelId="{7B5A3B7D-CAF8-4697-BA5D-9BDAA4F3E26F}" type="presParOf" srcId="{51102243-ED63-4530-859F-0116F986C0F0}" destId="{5F986B1D-9B8F-4626-9DFF-E70B3C7E6518}" srcOrd="2" destOrd="0" presId="urn:microsoft.com/office/officeart/2018/5/layout/IconLeafLabelList"/>
    <dgm:cxn modelId="{66C1CEA1-82F9-4976-B4D8-61CCA94F483C}" type="presParOf" srcId="{51102243-ED63-4530-859F-0116F986C0F0}" destId="{14F60E9E-A23E-4D40-B8CC-E3FC405B774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163125-0433-44EF-94BC-BB69EF930C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AAED669-6043-44DA-AA68-EA41BADA23E7}">
      <dgm:prSet/>
      <dgm:spPr/>
      <dgm:t>
        <a:bodyPr/>
        <a:lstStyle/>
        <a:p>
          <a:r>
            <a:rPr lang="en-US"/>
            <a:t>Tuples are ordered, immutable sequences used to store collections of items.</a:t>
          </a:r>
        </a:p>
      </dgm:t>
    </dgm:pt>
    <dgm:pt modelId="{14A4830D-5D74-46F6-AFBD-AD7446265501}" type="parTrans" cxnId="{AE90B410-5A05-4CB6-9E87-83DB51959759}">
      <dgm:prSet/>
      <dgm:spPr/>
      <dgm:t>
        <a:bodyPr/>
        <a:lstStyle/>
        <a:p>
          <a:endParaRPr lang="en-US"/>
        </a:p>
      </dgm:t>
    </dgm:pt>
    <dgm:pt modelId="{AB349433-0B14-4340-A1C6-1064C75350E1}" type="sibTrans" cxnId="{AE90B410-5A05-4CB6-9E87-83DB51959759}">
      <dgm:prSet/>
      <dgm:spPr/>
      <dgm:t>
        <a:bodyPr/>
        <a:lstStyle/>
        <a:p>
          <a:endParaRPr lang="en-US"/>
        </a:p>
      </dgm:t>
    </dgm:pt>
    <dgm:pt modelId="{0266B77A-23B3-47F2-B1AD-AFB2C97B4A34}">
      <dgm:prSet/>
      <dgm:spPr/>
      <dgm:t>
        <a:bodyPr/>
        <a:lstStyle/>
        <a:p>
          <a:r>
            <a:rPr lang="en-US"/>
            <a:t>Contrast tuples with lists: Tuples cannot be modified.</a:t>
          </a:r>
        </a:p>
      </dgm:t>
    </dgm:pt>
    <dgm:pt modelId="{1F50E818-59FE-42FB-BEE2-F20B97E1598A}" type="parTrans" cxnId="{86050074-C21D-48D6-99DC-B687F558F5D9}">
      <dgm:prSet/>
      <dgm:spPr/>
      <dgm:t>
        <a:bodyPr/>
        <a:lstStyle/>
        <a:p>
          <a:endParaRPr lang="en-US"/>
        </a:p>
      </dgm:t>
    </dgm:pt>
    <dgm:pt modelId="{2E3BA620-49AC-4D51-8B69-1B56E4F874C9}" type="sibTrans" cxnId="{86050074-C21D-48D6-99DC-B687F558F5D9}">
      <dgm:prSet/>
      <dgm:spPr/>
      <dgm:t>
        <a:bodyPr/>
        <a:lstStyle/>
        <a:p>
          <a:endParaRPr lang="en-US"/>
        </a:p>
      </dgm:t>
    </dgm:pt>
    <dgm:pt modelId="{A91A2E19-6976-4A70-8D81-384E720B9F85}">
      <dgm:prSet/>
      <dgm:spPr/>
      <dgm:t>
        <a:bodyPr/>
        <a:lstStyle/>
        <a:p>
          <a:r>
            <a:rPr lang="en-US"/>
            <a:t>a simple tuple like (1, 2, 3)</a:t>
          </a:r>
        </a:p>
      </dgm:t>
    </dgm:pt>
    <dgm:pt modelId="{327D3132-D360-4729-B407-BAF39F8EFDDE}" type="parTrans" cxnId="{58E371B6-9147-48DF-BB89-7F342AB6A043}">
      <dgm:prSet/>
      <dgm:spPr/>
      <dgm:t>
        <a:bodyPr/>
        <a:lstStyle/>
        <a:p>
          <a:endParaRPr lang="en-US"/>
        </a:p>
      </dgm:t>
    </dgm:pt>
    <dgm:pt modelId="{E1FEBE54-1114-4BAA-9B94-BD2F1965486F}" type="sibTrans" cxnId="{58E371B6-9147-48DF-BB89-7F342AB6A043}">
      <dgm:prSet/>
      <dgm:spPr/>
      <dgm:t>
        <a:bodyPr/>
        <a:lstStyle/>
        <a:p>
          <a:endParaRPr lang="en-US"/>
        </a:p>
      </dgm:t>
    </dgm:pt>
    <dgm:pt modelId="{0984F00F-4405-413D-B815-E53067B5EB44}" type="pres">
      <dgm:prSet presAssocID="{4D163125-0433-44EF-94BC-BB69EF930C2A}" presName="root" presStyleCnt="0">
        <dgm:presLayoutVars>
          <dgm:dir/>
          <dgm:resizeHandles val="exact"/>
        </dgm:presLayoutVars>
      </dgm:prSet>
      <dgm:spPr/>
    </dgm:pt>
    <dgm:pt modelId="{EFE2F5DD-AA87-400D-B55D-B49F0EC5BF76}" type="pres">
      <dgm:prSet presAssocID="{BAAED669-6043-44DA-AA68-EA41BADA23E7}" presName="compNode" presStyleCnt="0"/>
      <dgm:spPr/>
    </dgm:pt>
    <dgm:pt modelId="{66DAB145-D096-45B2-9C11-E727D3B4403C}" type="pres">
      <dgm:prSet presAssocID="{BAAED669-6043-44DA-AA68-EA41BADA23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0258D197-55A2-40A0-B5F7-E20E3BD090BB}" type="pres">
      <dgm:prSet presAssocID="{BAAED669-6043-44DA-AA68-EA41BADA23E7}" presName="spaceRect" presStyleCnt="0"/>
      <dgm:spPr/>
    </dgm:pt>
    <dgm:pt modelId="{46D33C4F-3ED9-4C34-B1AF-F5685A97786A}" type="pres">
      <dgm:prSet presAssocID="{BAAED669-6043-44DA-AA68-EA41BADA23E7}" presName="textRect" presStyleLbl="revTx" presStyleIdx="0" presStyleCnt="3">
        <dgm:presLayoutVars>
          <dgm:chMax val="1"/>
          <dgm:chPref val="1"/>
        </dgm:presLayoutVars>
      </dgm:prSet>
      <dgm:spPr/>
    </dgm:pt>
    <dgm:pt modelId="{ED1F9B5B-1BF3-4728-A065-F447C9ADE8B5}" type="pres">
      <dgm:prSet presAssocID="{AB349433-0B14-4340-A1C6-1064C75350E1}" presName="sibTrans" presStyleCnt="0"/>
      <dgm:spPr/>
    </dgm:pt>
    <dgm:pt modelId="{6961BC3C-81C1-4FA5-A402-8C7524FFABF9}" type="pres">
      <dgm:prSet presAssocID="{0266B77A-23B3-47F2-B1AD-AFB2C97B4A34}" presName="compNode" presStyleCnt="0"/>
      <dgm:spPr/>
    </dgm:pt>
    <dgm:pt modelId="{797CC9B4-63FA-4712-A71A-87D49E1D4FCD}" type="pres">
      <dgm:prSet presAssocID="{0266B77A-23B3-47F2-B1AD-AFB2C97B4A3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855F25B-4D53-472D-8DDD-54F1F3CB6B4D}" type="pres">
      <dgm:prSet presAssocID="{0266B77A-23B3-47F2-B1AD-AFB2C97B4A34}" presName="spaceRect" presStyleCnt="0"/>
      <dgm:spPr/>
    </dgm:pt>
    <dgm:pt modelId="{5A6CB05F-1750-4326-AC7F-F3A0B2426305}" type="pres">
      <dgm:prSet presAssocID="{0266B77A-23B3-47F2-B1AD-AFB2C97B4A34}" presName="textRect" presStyleLbl="revTx" presStyleIdx="1" presStyleCnt="3">
        <dgm:presLayoutVars>
          <dgm:chMax val="1"/>
          <dgm:chPref val="1"/>
        </dgm:presLayoutVars>
      </dgm:prSet>
      <dgm:spPr/>
    </dgm:pt>
    <dgm:pt modelId="{E2C52B90-1EF5-498D-BA05-4259DFE127B1}" type="pres">
      <dgm:prSet presAssocID="{2E3BA620-49AC-4D51-8B69-1B56E4F874C9}" presName="sibTrans" presStyleCnt="0"/>
      <dgm:spPr/>
    </dgm:pt>
    <dgm:pt modelId="{F950BB0B-6855-46D3-9701-2D2B0FEE68F5}" type="pres">
      <dgm:prSet presAssocID="{A91A2E19-6976-4A70-8D81-384E720B9F85}" presName="compNode" presStyleCnt="0"/>
      <dgm:spPr/>
    </dgm:pt>
    <dgm:pt modelId="{61D4F8A3-EF73-4C99-91D5-544597E99A0F}" type="pres">
      <dgm:prSet presAssocID="{A91A2E19-6976-4A70-8D81-384E720B9F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C66BEF9-B89C-494D-98B7-1578FB06BFBE}" type="pres">
      <dgm:prSet presAssocID="{A91A2E19-6976-4A70-8D81-384E720B9F85}" presName="spaceRect" presStyleCnt="0"/>
      <dgm:spPr/>
    </dgm:pt>
    <dgm:pt modelId="{0DDCBE58-2322-42B2-9C46-DFA8B9FB18FA}" type="pres">
      <dgm:prSet presAssocID="{A91A2E19-6976-4A70-8D81-384E720B9F8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A9B9F07-6869-47F9-A71E-FC056A1C4D8E}" type="presOf" srcId="{0266B77A-23B3-47F2-B1AD-AFB2C97B4A34}" destId="{5A6CB05F-1750-4326-AC7F-F3A0B2426305}" srcOrd="0" destOrd="0" presId="urn:microsoft.com/office/officeart/2018/2/layout/IconLabelList"/>
    <dgm:cxn modelId="{AE90B410-5A05-4CB6-9E87-83DB51959759}" srcId="{4D163125-0433-44EF-94BC-BB69EF930C2A}" destId="{BAAED669-6043-44DA-AA68-EA41BADA23E7}" srcOrd="0" destOrd="0" parTransId="{14A4830D-5D74-46F6-AFBD-AD7446265501}" sibTransId="{AB349433-0B14-4340-A1C6-1064C75350E1}"/>
    <dgm:cxn modelId="{33F4BF1E-4E5B-48E5-875B-57CC82298CCE}" type="presOf" srcId="{A91A2E19-6976-4A70-8D81-384E720B9F85}" destId="{0DDCBE58-2322-42B2-9C46-DFA8B9FB18FA}" srcOrd="0" destOrd="0" presId="urn:microsoft.com/office/officeart/2018/2/layout/IconLabelList"/>
    <dgm:cxn modelId="{86050074-C21D-48D6-99DC-B687F558F5D9}" srcId="{4D163125-0433-44EF-94BC-BB69EF930C2A}" destId="{0266B77A-23B3-47F2-B1AD-AFB2C97B4A34}" srcOrd="1" destOrd="0" parTransId="{1F50E818-59FE-42FB-BEE2-F20B97E1598A}" sibTransId="{2E3BA620-49AC-4D51-8B69-1B56E4F874C9}"/>
    <dgm:cxn modelId="{62C2F4A1-2DD9-41DE-BCC7-69BCA482F981}" type="presOf" srcId="{4D163125-0433-44EF-94BC-BB69EF930C2A}" destId="{0984F00F-4405-413D-B815-E53067B5EB44}" srcOrd="0" destOrd="0" presId="urn:microsoft.com/office/officeart/2018/2/layout/IconLabelList"/>
    <dgm:cxn modelId="{58E371B6-9147-48DF-BB89-7F342AB6A043}" srcId="{4D163125-0433-44EF-94BC-BB69EF930C2A}" destId="{A91A2E19-6976-4A70-8D81-384E720B9F85}" srcOrd="2" destOrd="0" parTransId="{327D3132-D360-4729-B407-BAF39F8EFDDE}" sibTransId="{E1FEBE54-1114-4BAA-9B94-BD2F1965486F}"/>
    <dgm:cxn modelId="{4907DBD9-3B28-46B6-BF4A-22A52893D6D3}" type="presOf" srcId="{BAAED669-6043-44DA-AA68-EA41BADA23E7}" destId="{46D33C4F-3ED9-4C34-B1AF-F5685A97786A}" srcOrd="0" destOrd="0" presId="urn:microsoft.com/office/officeart/2018/2/layout/IconLabelList"/>
    <dgm:cxn modelId="{DA1F3DBA-DE49-4E68-B3C8-4EE556BDFF2A}" type="presParOf" srcId="{0984F00F-4405-413D-B815-E53067B5EB44}" destId="{EFE2F5DD-AA87-400D-B55D-B49F0EC5BF76}" srcOrd="0" destOrd="0" presId="urn:microsoft.com/office/officeart/2018/2/layout/IconLabelList"/>
    <dgm:cxn modelId="{4F7995D7-31F9-4D49-A078-0248C412564D}" type="presParOf" srcId="{EFE2F5DD-AA87-400D-B55D-B49F0EC5BF76}" destId="{66DAB145-D096-45B2-9C11-E727D3B4403C}" srcOrd="0" destOrd="0" presId="urn:microsoft.com/office/officeart/2018/2/layout/IconLabelList"/>
    <dgm:cxn modelId="{57FB2967-F663-4387-9A60-3711F8FB822D}" type="presParOf" srcId="{EFE2F5DD-AA87-400D-B55D-B49F0EC5BF76}" destId="{0258D197-55A2-40A0-B5F7-E20E3BD090BB}" srcOrd="1" destOrd="0" presId="urn:microsoft.com/office/officeart/2018/2/layout/IconLabelList"/>
    <dgm:cxn modelId="{F70A1DC6-CEC0-4D53-80FE-A2B3F618DCD1}" type="presParOf" srcId="{EFE2F5DD-AA87-400D-B55D-B49F0EC5BF76}" destId="{46D33C4F-3ED9-4C34-B1AF-F5685A97786A}" srcOrd="2" destOrd="0" presId="urn:microsoft.com/office/officeart/2018/2/layout/IconLabelList"/>
    <dgm:cxn modelId="{BA975642-45C5-4A42-8931-383BF71213FC}" type="presParOf" srcId="{0984F00F-4405-413D-B815-E53067B5EB44}" destId="{ED1F9B5B-1BF3-4728-A065-F447C9ADE8B5}" srcOrd="1" destOrd="0" presId="urn:microsoft.com/office/officeart/2018/2/layout/IconLabelList"/>
    <dgm:cxn modelId="{EA866628-56F0-4A99-86CA-2BFC458A89FB}" type="presParOf" srcId="{0984F00F-4405-413D-B815-E53067B5EB44}" destId="{6961BC3C-81C1-4FA5-A402-8C7524FFABF9}" srcOrd="2" destOrd="0" presId="urn:microsoft.com/office/officeart/2018/2/layout/IconLabelList"/>
    <dgm:cxn modelId="{7205BD81-12EF-40E9-94D9-D1F2DDFF875D}" type="presParOf" srcId="{6961BC3C-81C1-4FA5-A402-8C7524FFABF9}" destId="{797CC9B4-63FA-4712-A71A-87D49E1D4FCD}" srcOrd="0" destOrd="0" presId="urn:microsoft.com/office/officeart/2018/2/layout/IconLabelList"/>
    <dgm:cxn modelId="{9034DBC3-B2B2-4709-986A-6298D059AD64}" type="presParOf" srcId="{6961BC3C-81C1-4FA5-A402-8C7524FFABF9}" destId="{7855F25B-4D53-472D-8DDD-54F1F3CB6B4D}" srcOrd="1" destOrd="0" presId="urn:microsoft.com/office/officeart/2018/2/layout/IconLabelList"/>
    <dgm:cxn modelId="{1470F6DA-FEB5-472F-BEE4-835C28B8BDEC}" type="presParOf" srcId="{6961BC3C-81C1-4FA5-A402-8C7524FFABF9}" destId="{5A6CB05F-1750-4326-AC7F-F3A0B2426305}" srcOrd="2" destOrd="0" presId="urn:microsoft.com/office/officeart/2018/2/layout/IconLabelList"/>
    <dgm:cxn modelId="{C220816C-5B55-427D-B210-F40A80A59638}" type="presParOf" srcId="{0984F00F-4405-413D-B815-E53067B5EB44}" destId="{E2C52B90-1EF5-498D-BA05-4259DFE127B1}" srcOrd="3" destOrd="0" presId="urn:microsoft.com/office/officeart/2018/2/layout/IconLabelList"/>
    <dgm:cxn modelId="{53B60D22-A30D-4320-A274-261008E8C953}" type="presParOf" srcId="{0984F00F-4405-413D-B815-E53067B5EB44}" destId="{F950BB0B-6855-46D3-9701-2D2B0FEE68F5}" srcOrd="4" destOrd="0" presId="urn:microsoft.com/office/officeart/2018/2/layout/IconLabelList"/>
    <dgm:cxn modelId="{60B79AE5-8033-4626-AF36-D6DD0110C94D}" type="presParOf" srcId="{F950BB0B-6855-46D3-9701-2D2B0FEE68F5}" destId="{61D4F8A3-EF73-4C99-91D5-544597E99A0F}" srcOrd="0" destOrd="0" presId="urn:microsoft.com/office/officeart/2018/2/layout/IconLabelList"/>
    <dgm:cxn modelId="{60ACF9E1-146D-4271-AF6D-ACB6A62E909D}" type="presParOf" srcId="{F950BB0B-6855-46D3-9701-2D2B0FEE68F5}" destId="{3C66BEF9-B89C-494D-98B7-1578FB06BFBE}" srcOrd="1" destOrd="0" presId="urn:microsoft.com/office/officeart/2018/2/layout/IconLabelList"/>
    <dgm:cxn modelId="{74120233-231B-4A80-9C75-28772A31D7E5}" type="presParOf" srcId="{F950BB0B-6855-46D3-9701-2D2B0FEE68F5}" destId="{0DDCBE58-2322-42B2-9C46-DFA8B9FB18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663223-EEF1-42AE-8996-C709FFC7214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74B4126-FC24-400A-843E-6406720575D5}">
      <dgm:prSet/>
      <dgm:spPr/>
      <dgm:t>
        <a:bodyPr/>
        <a:lstStyle/>
        <a:p>
          <a:r>
            <a:rPr lang="en-US"/>
            <a:t>Ideal for fixed data that should not change.</a:t>
          </a:r>
        </a:p>
      </dgm:t>
    </dgm:pt>
    <dgm:pt modelId="{A8C8B7AE-3C23-49D1-93DA-AD4CB6B9536A}" type="parTrans" cxnId="{50EE8623-F8D7-45EB-8D95-5EF3395688CF}">
      <dgm:prSet/>
      <dgm:spPr/>
      <dgm:t>
        <a:bodyPr/>
        <a:lstStyle/>
        <a:p>
          <a:endParaRPr lang="en-US"/>
        </a:p>
      </dgm:t>
    </dgm:pt>
    <dgm:pt modelId="{E5CA235F-BF86-4AA1-A3E1-0A962CA24EBB}" type="sibTrans" cxnId="{50EE8623-F8D7-45EB-8D95-5EF3395688CF}">
      <dgm:prSet/>
      <dgm:spPr/>
      <dgm:t>
        <a:bodyPr/>
        <a:lstStyle/>
        <a:p>
          <a:endParaRPr lang="en-US"/>
        </a:p>
      </dgm:t>
    </dgm:pt>
    <dgm:pt modelId="{8AA6B3F7-0262-44E6-A9C5-5E3708A3AD72}">
      <dgm:prSet/>
      <dgm:spPr/>
      <dgm:t>
        <a:bodyPr/>
        <a:lstStyle/>
        <a:p>
          <a:r>
            <a:rPr lang="en-US"/>
            <a:t>Tuples can be slightly faster and are hashable, making them suitable as dictionary keys.</a:t>
          </a:r>
        </a:p>
      </dgm:t>
    </dgm:pt>
    <dgm:pt modelId="{11000650-8D90-4046-B507-F665D3CE0F50}" type="parTrans" cxnId="{14A1406C-505C-4CAB-B5A2-2FE4E7469F2D}">
      <dgm:prSet/>
      <dgm:spPr/>
      <dgm:t>
        <a:bodyPr/>
        <a:lstStyle/>
        <a:p>
          <a:endParaRPr lang="en-US"/>
        </a:p>
      </dgm:t>
    </dgm:pt>
    <dgm:pt modelId="{53F9F8BB-4F42-44DF-AEE8-35E855E20A42}" type="sibTrans" cxnId="{14A1406C-505C-4CAB-B5A2-2FE4E7469F2D}">
      <dgm:prSet/>
      <dgm:spPr/>
      <dgm:t>
        <a:bodyPr/>
        <a:lstStyle/>
        <a:p>
          <a:endParaRPr lang="en-US"/>
        </a:p>
      </dgm:t>
    </dgm:pt>
    <dgm:pt modelId="{85D21E0A-6073-4122-8C1F-E74A8A08C6D1}">
      <dgm:prSet/>
      <dgm:spPr/>
      <dgm:t>
        <a:bodyPr/>
        <a:lstStyle/>
        <a:p>
          <a:r>
            <a:rPr lang="en-US"/>
            <a:t>Returning multiple values from functions, storing configuration values, and more.</a:t>
          </a:r>
        </a:p>
      </dgm:t>
    </dgm:pt>
    <dgm:pt modelId="{4506AC56-3603-4C1C-AF2C-086D912502B3}" type="parTrans" cxnId="{7CD57154-BEE7-4638-8DB2-C8567459F47E}">
      <dgm:prSet/>
      <dgm:spPr/>
      <dgm:t>
        <a:bodyPr/>
        <a:lstStyle/>
        <a:p>
          <a:endParaRPr lang="en-US"/>
        </a:p>
      </dgm:t>
    </dgm:pt>
    <dgm:pt modelId="{07C78176-46BA-4C93-B3CB-FD3354EB9D58}" type="sibTrans" cxnId="{7CD57154-BEE7-4638-8DB2-C8567459F47E}">
      <dgm:prSet/>
      <dgm:spPr/>
      <dgm:t>
        <a:bodyPr/>
        <a:lstStyle/>
        <a:p>
          <a:endParaRPr lang="en-US"/>
        </a:p>
      </dgm:t>
    </dgm:pt>
    <dgm:pt modelId="{BC43E3CE-4A28-46FA-8159-A5C0B82C9B84}" type="pres">
      <dgm:prSet presAssocID="{26663223-EEF1-42AE-8996-C709FFC72146}" presName="root" presStyleCnt="0">
        <dgm:presLayoutVars>
          <dgm:dir/>
          <dgm:resizeHandles val="exact"/>
        </dgm:presLayoutVars>
      </dgm:prSet>
      <dgm:spPr/>
    </dgm:pt>
    <dgm:pt modelId="{B424C587-9F58-40AA-98D3-93E626EB6B94}" type="pres">
      <dgm:prSet presAssocID="{574B4126-FC24-400A-843E-6406720575D5}" presName="compNode" presStyleCnt="0"/>
      <dgm:spPr/>
    </dgm:pt>
    <dgm:pt modelId="{96F5C2AD-AEFB-46D0-8B51-62434ABBB7C5}" type="pres">
      <dgm:prSet presAssocID="{574B4126-FC24-400A-843E-6406720575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E2EC9E84-7600-4A76-9263-59DA209EBFA9}" type="pres">
      <dgm:prSet presAssocID="{574B4126-FC24-400A-843E-6406720575D5}" presName="spaceRect" presStyleCnt="0"/>
      <dgm:spPr/>
    </dgm:pt>
    <dgm:pt modelId="{AB50FD45-1D51-4B1F-B1D9-67EDF7F57300}" type="pres">
      <dgm:prSet presAssocID="{574B4126-FC24-400A-843E-6406720575D5}" presName="textRect" presStyleLbl="revTx" presStyleIdx="0" presStyleCnt="3">
        <dgm:presLayoutVars>
          <dgm:chMax val="1"/>
          <dgm:chPref val="1"/>
        </dgm:presLayoutVars>
      </dgm:prSet>
      <dgm:spPr/>
    </dgm:pt>
    <dgm:pt modelId="{B2B57894-3E50-4229-AFFF-00AD467AB0C7}" type="pres">
      <dgm:prSet presAssocID="{E5CA235F-BF86-4AA1-A3E1-0A962CA24EBB}" presName="sibTrans" presStyleCnt="0"/>
      <dgm:spPr/>
    </dgm:pt>
    <dgm:pt modelId="{A8D6F803-0AD2-4596-B1F8-C960E4458EFB}" type="pres">
      <dgm:prSet presAssocID="{8AA6B3F7-0262-44E6-A9C5-5E3708A3AD72}" presName="compNode" presStyleCnt="0"/>
      <dgm:spPr/>
    </dgm:pt>
    <dgm:pt modelId="{397771D3-79DE-4769-964E-A28B1F35C4A5}" type="pres">
      <dgm:prSet presAssocID="{8AA6B3F7-0262-44E6-A9C5-5E3708A3AD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8F4B348-6D2A-4514-88BE-F1395A45D86E}" type="pres">
      <dgm:prSet presAssocID="{8AA6B3F7-0262-44E6-A9C5-5E3708A3AD72}" presName="spaceRect" presStyleCnt="0"/>
      <dgm:spPr/>
    </dgm:pt>
    <dgm:pt modelId="{1A0EBB79-6353-46B7-95B6-AED38E720238}" type="pres">
      <dgm:prSet presAssocID="{8AA6B3F7-0262-44E6-A9C5-5E3708A3AD72}" presName="textRect" presStyleLbl="revTx" presStyleIdx="1" presStyleCnt="3">
        <dgm:presLayoutVars>
          <dgm:chMax val="1"/>
          <dgm:chPref val="1"/>
        </dgm:presLayoutVars>
      </dgm:prSet>
      <dgm:spPr/>
    </dgm:pt>
    <dgm:pt modelId="{4CCCB6F2-8E06-4A6C-A57D-188BED99A1EF}" type="pres">
      <dgm:prSet presAssocID="{53F9F8BB-4F42-44DF-AEE8-35E855E20A42}" presName="sibTrans" presStyleCnt="0"/>
      <dgm:spPr/>
    </dgm:pt>
    <dgm:pt modelId="{CEE9738C-266E-427C-BFDD-506D32D3B7BB}" type="pres">
      <dgm:prSet presAssocID="{85D21E0A-6073-4122-8C1F-E74A8A08C6D1}" presName="compNode" presStyleCnt="0"/>
      <dgm:spPr/>
    </dgm:pt>
    <dgm:pt modelId="{2FBF1F95-7D82-487F-B633-F724877D41FA}" type="pres">
      <dgm:prSet presAssocID="{85D21E0A-6073-4122-8C1F-E74A8A08C6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F465EDD-7D4B-4C79-9625-E6687475FAC4}" type="pres">
      <dgm:prSet presAssocID="{85D21E0A-6073-4122-8C1F-E74A8A08C6D1}" presName="spaceRect" presStyleCnt="0"/>
      <dgm:spPr/>
    </dgm:pt>
    <dgm:pt modelId="{2E5B609B-3929-4EEE-9A26-73C92ECDB9D6}" type="pres">
      <dgm:prSet presAssocID="{85D21E0A-6073-4122-8C1F-E74A8A08C6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B6D915-92DA-494A-B9E7-28E251CB47E8}" type="presOf" srcId="{85D21E0A-6073-4122-8C1F-E74A8A08C6D1}" destId="{2E5B609B-3929-4EEE-9A26-73C92ECDB9D6}" srcOrd="0" destOrd="0" presId="urn:microsoft.com/office/officeart/2018/2/layout/IconLabelList"/>
    <dgm:cxn modelId="{50EE8623-F8D7-45EB-8D95-5EF3395688CF}" srcId="{26663223-EEF1-42AE-8996-C709FFC72146}" destId="{574B4126-FC24-400A-843E-6406720575D5}" srcOrd="0" destOrd="0" parTransId="{A8C8B7AE-3C23-49D1-93DA-AD4CB6B9536A}" sibTransId="{E5CA235F-BF86-4AA1-A3E1-0A962CA24EBB}"/>
    <dgm:cxn modelId="{941DEC2B-AD24-499E-870F-3449B8DD391C}" type="presOf" srcId="{26663223-EEF1-42AE-8996-C709FFC72146}" destId="{BC43E3CE-4A28-46FA-8159-A5C0B82C9B84}" srcOrd="0" destOrd="0" presId="urn:microsoft.com/office/officeart/2018/2/layout/IconLabelList"/>
    <dgm:cxn modelId="{14A1406C-505C-4CAB-B5A2-2FE4E7469F2D}" srcId="{26663223-EEF1-42AE-8996-C709FFC72146}" destId="{8AA6B3F7-0262-44E6-A9C5-5E3708A3AD72}" srcOrd="1" destOrd="0" parTransId="{11000650-8D90-4046-B507-F665D3CE0F50}" sibTransId="{53F9F8BB-4F42-44DF-AEE8-35E855E20A42}"/>
    <dgm:cxn modelId="{7CD57154-BEE7-4638-8DB2-C8567459F47E}" srcId="{26663223-EEF1-42AE-8996-C709FFC72146}" destId="{85D21E0A-6073-4122-8C1F-E74A8A08C6D1}" srcOrd="2" destOrd="0" parTransId="{4506AC56-3603-4C1C-AF2C-086D912502B3}" sibTransId="{07C78176-46BA-4C93-B3CB-FD3354EB9D58}"/>
    <dgm:cxn modelId="{A5139EE3-6979-4555-BCCA-80B347711D1E}" type="presOf" srcId="{574B4126-FC24-400A-843E-6406720575D5}" destId="{AB50FD45-1D51-4B1F-B1D9-67EDF7F57300}" srcOrd="0" destOrd="0" presId="urn:microsoft.com/office/officeart/2018/2/layout/IconLabelList"/>
    <dgm:cxn modelId="{A42D6BE7-94A6-4DA3-BFD0-B0684598D028}" type="presOf" srcId="{8AA6B3F7-0262-44E6-A9C5-5E3708A3AD72}" destId="{1A0EBB79-6353-46B7-95B6-AED38E720238}" srcOrd="0" destOrd="0" presId="urn:microsoft.com/office/officeart/2018/2/layout/IconLabelList"/>
    <dgm:cxn modelId="{1E3FD95D-DC73-4C2C-8CD8-7036678ED43E}" type="presParOf" srcId="{BC43E3CE-4A28-46FA-8159-A5C0B82C9B84}" destId="{B424C587-9F58-40AA-98D3-93E626EB6B94}" srcOrd="0" destOrd="0" presId="urn:microsoft.com/office/officeart/2018/2/layout/IconLabelList"/>
    <dgm:cxn modelId="{5702E7F6-8173-429F-8DF4-27B5EB90BFAE}" type="presParOf" srcId="{B424C587-9F58-40AA-98D3-93E626EB6B94}" destId="{96F5C2AD-AEFB-46D0-8B51-62434ABBB7C5}" srcOrd="0" destOrd="0" presId="urn:microsoft.com/office/officeart/2018/2/layout/IconLabelList"/>
    <dgm:cxn modelId="{9B91B753-5C77-407B-944B-9314EB068CDF}" type="presParOf" srcId="{B424C587-9F58-40AA-98D3-93E626EB6B94}" destId="{E2EC9E84-7600-4A76-9263-59DA209EBFA9}" srcOrd="1" destOrd="0" presId="urn:microsoft.com/office/officeart/2018/2/layout/IconLabelList"/>
    <dgm:cxn modelId="{83D19BF1-3BB5-498D-9858-0BCEA9E13EAA}" type="presParOf" srcId="{B424C587-9F58-40AA-98D3-93E626EB6B94}" destId="{AB50FD45-1D51-4B1F-B1D9-67EDF7F57300}" srcOrd="2" destOrd="0" presId="urn:microsoft.com/office/officeart/2018/2/layout/IconLabelList"/>
    <dgm:cxn modelId="{E9787E04-17A1-4709-9466-6FFFE8452539}" type="presParOf" srcId="{BC43E3CE-4A28-46FA-8159-A5C0B82C9B84}" destId="{B2B57894-3E50-4229-AFFF-00AD467AB0C7}" srcOrd="1" destOrd="0" presId="urn:microsoft.com/office/officeart/2018/2/layout/IconLabelList"/>
    <dgm:cxn modelId="{4670066E-D935-433F-9E61-DA43BD5D566C}" type="presParOf" srcId="{BC43E3CE-4A28-46FA-8159-A5C0B82C9B84}" destId="{A8D6F803-0AD2-4596-B1F8-C960E4458EFB}" srcOrd="2" destOrd="0" presId="urn:microsoft.com/office/officeart/2018/2/layout/IconLabelList"/>
    <dgm:cxn modelId="{05A91185-A30A-4D36-A0A6-4974724840B2}" type="presParOf" srcId="{A8D6F803-0AD2-4596-B1F8-C960E4458EFB}" destId="{397771D3-79DE-4769-964E-A28B1F35C4A5}" srcOrd="0" destOrd="0" presId="urn:microsoft.com/office/officeart/2018/2/layout/IconLabelList"/>
    <dgm:cxn modelId="{3447F5A2-B001-4161-B9D6-F1485B84146E}" type="presParOf" srcId="{A8D6F803-0AD2-4596-B1F8-C960E4458EFB}" destId="{C8F4B348-6D2A-4514-88BE-F1395A45D86E}" srcOrd="1" destOrd="0" presId="urn:microsoft.com/office/officeart/2018/2/layout/IconLabelList"/>
    <dgm:cxn modelId="{C03BF905-10EC-4B16-9B0D-1934243D598D}" type="presParOf" srcId="{A8D6F803-0AD2-4596-B1F8-C960E4458EFB}" destId="{1A0EBB79-6353-46B7-95B6-AED38E720238}" srcOrd="2" destOrd="0" presId="urn:microsoft.com/office/officeart/2018/2/layout/IconLabelList"/>
    <dgm:cxn modelId="{F6BA5EF0-16CC-49E4-833F-4E187EC68EF9}" type="presParOf" srcId="{BC43E3CE-4A28-46FA-8159-A5C0B82C9B84}" destId="{4CCCB6F2-8E06-4A6C-A57D-188BED99A1EF}" srcOrd="3" destOrd="0" presId="urn:microsoft.com/office/officeart/2018/2/layout/IconLabelList"/>
    <dgm:cxn modelId="{370BF0F8-9A0A-4F22-AC58-194F6ED47373}" type="presParOf" srcId="{BC43E3CE-4A28-46FA-8159-A5C0B82C9B84}" destId="{CEE9738C-266E-427C-BFDD-506D32D3B7BB}" srcOrd="4" destOrd="0" presId="urn:microsoft.com/office/officeart/2018/2/layout/IconLabelList"/>
    <dgm:cxn modelId="{44146747-03F0-4940-9E72-FD982DC288F1}" type="presParOf" srcId="{CEE9738C-266E-427C-BFDD-506D32D3B7BB}" destId="{2FBF1F95-7D82-487F-B633-F724877D41FA}" srcOrd="0" destOrd="0" presId="urn:microsoft.com/office/officeart/2018/2/layout/IconLabelList"/>
    <dgm:cxn modelId="{29C660DB-4FF2-4423-B07D-CA32E2814FE3}" type="presParOf" srcId="{CEE9738C-266E-427C-BFDD-506D32D3B7BB}" destId="{0F465EDD-7D4B-4C79-9625-E6687475FAC4}" srcOrd="1" destOrd="0" presId="urn:microsoft.com/office/officeart/2018/2/layout/IconLabelList"/>
    <dgm:cxn modelId="{A39A0033-8BDA-41C0-B5CC-A699080EA378}" type="presParOf" srcId="{CEE9738C-266E-427C-BFDD-506D32D3B7BB}" destId="{2E5B609B-3929-4EEE-9A26-73C92ECDB9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31898-B841-42BC-ACAC-88CEEEC02B0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F7B1D-5835-427B-9525-00765002F865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Control Execution:</a:t>
          </a:r>
          <a:br>
            <a:rPr lang="en-US" sz="2000" b="0" i="0" kern="1200" baseline="0"/>
          </a:br>
          <a:r>
            <a:rPr lang="en-US" sz="2000" b="0" i="0" kern="1200" baseline="0"/>
            <a:t>Centralizes where the program starts running.</a:t>
          </a:r>
          <a:endParaRPr lang="en-US" sz="2000" kern="1200"/>
        </a:p>
      </dsp:txBody>
      <dsp:txXfrm>
        <a:off x="378614" y="886531"/>
        <a:ext cx="2810360" cy="1744948"/>
      </dsp:txXfrm>
    </dsp:sp>
    <dsp:sp modelId="{6F928858-FA2A-468F-B69B-81CBBC6FE34F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A1A71-BDAE-4701-8E30-4B728AF70904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Readability &amp; Organization:</a:t>
          </a:r>
          <a:br>
            <a:rPr lang="en-US" sz="2000" b="0" i="0" kern="1200" baseline="0"/>
          </a:br>
          <a:r>
            <a:rPr lang="en-US" sz="2000" b="0" i="0" kern="1200" baseline="0"/>
            <a:t>Makes it easier for others to understand the flow of the program.</a:t>
          </a:r>
          <a:endParaRPr lang="en-US" sz="2000" kern="1200"/>
        </a:p>
      </dsp:txBody>
      <dsp:txXfrm>
        <a:off x="3946203" y="886531"/>
        <a:ext cx="2810360" cy="1744948"/>
      </dsp:txXfrm>
    </dsp:sp>
    <dsp:sp modelId="{7FF225EC-B661-44EE-9FFA-0B21BABA8567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23689-0F25-435E-9A66-7C72C6C24C3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Reusability:</a:t>
          </a:r>
          <a:br>
            <a:rPr lang="en-US" sz="2000" b="0" i="0" kern="1200" baseline="0"/>
          </a:br>
          <a:r>
            <a:rPr lang="en-US" sz="2000" b="0" i="0" kern="1200" baseline="0"/>
            <a:t>Allows parts of your code to be imported without executing the main section.</a:t>
          </a:r>
          <a:endParaRPr lang="en-US" sz="20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D9EF1-BBC7-40D7-ACF3-78BFD43891E6}">
      <dsp:nvSpPr>
        <dsp:cNvPr id="0" name=""/>
        <dsp:cNvSpPr/>
      </dsp:nvSpPr>
      <dsp:spPr>
        <a:xfrm>
          <a:off x="610470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0CC9F-C22D-4947-B6D6-89ACF8221787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F8D80-9D23-4D27-B983-CF6EBD87786A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 list is an ordered, mutable collection used to store items.</a:t>
          </a:r>
        </a:p>
      </dsp:txBody>
      <dsp:txXfrm>
        <a:off x="7188" y="2482451"/>
        <a:ext cx="3093750" cy="720000"/>
      </dsp:txXfrm>
    </dsp:sp>
    <dsp:sp modelId="{C04CEEE9-A880-46E5-AB2A-6BC97597888F}">
      <dsp:nvSpPr>
        <dsp:cNvPr id="0" name=""/>
        <dsp:cNvSpPr/>
      </dsp:nvSpPr>
      <dsp:spPr>
        <a:xfrm>
          <a:off x="4245626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566C6-62BC-40F4-A408-65A3D694B7E1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DFD16-CD01-452E-B418-8403B156B6DF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Supports indexing, slicing, and dynamic resizing.</a:t>
          </a:r>
        </a:p>
      </dsp:txBody>
      <dsp:txXfrm>
        <a:off x="3642345" y="2482451"/>
        <a:ext cx="3093750" cy="720000"/>
      </dsp:txXfrm>
    </dsp:sp>
    <dsp:sp modelId="{7BA2FA4D-90B7-4DB6-8313-402CAC30289C}">
      <dsp:nvSpPr>
        <dsp:cNvPr id="0" name=""/>
        <dsp:cNvSpPr/>
      </dsp:nvSpPr>
      <dsp:spPr>
        <a:xfrm>
          <a:off x="7880782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FA23D-E988-4423-ACFD-95B33825CA56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60E9E-A23E-4D40-B8CC-E3FC405B7749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[1, 2, 3, 4, 5]</a:t>
          </a:r>
        </a:p>
      </dsp:txBody>
      <dsp:txXfrm>
        <a:off x="7277501" y="2482451"/>
        <a:ext cx="30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AB145-D096-45B2-9C11-E727D3B4403C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33C4F-3ED9-4C34-B1AF-F5685A97786A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Tuples are ordered, immutable sequences used to store collections of items.</a:t>
          </a:r>
        </a:p>
      </dsp:txBody>
      <dsp:txXfrm>
        <a:off x="59990" y="2654049"/>
        <a:ext cx="3226223" cy="720000"/>
      </dsp:txXfrm>
    </dsp:sp>
    <dsp:sp modelId="{797CC9B4-63FA-4712-A71A-87D49E1D4FCD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CB05F-1750-4326-AC7F-F3A0B2426305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Contrast tuples with lists: Tuples cannot be modified.</a:t>
          </a:r>
        </a:p>
      </dsp:txBody>
      <dsp:txXfrm>
        <a:off x="3850802" y="2654049"/>
        <a:ext cx="3226223" cy="720000"/>
      </dsp:txXfrm>
    </dsp:sp>
    <dsp:sp modelId="{61D4F8A3-EF73-4C99-91D5-544597E99A0F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CBE58-2322-42B2-9C46-DFA8B9FB18FA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simple tuple like (1, 2, 3)</a:t>
          </a:r>
        </a:p>
      </dsp:txBody>
      <dsp:txXfrm>
        <a:off x="7641615" y="2654049"/>
        <a:ext cx="3226223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5C2AD-AEFB-46D0-8B51-62434ABBB7C5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0FD45-1D51-4B1F-B1D9-67EDF7F57300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Ideal for fixed data that should not change.</a:t>
          </a:r>
        </a:p>
      </dsp:txBody>
      <dsp:txXfrm>
        <a:off x="59990" y="2654049"/>
        <a:ext cx="3226223" cy="720000"/>
      </dsp:txXfrm>
    </dsp:sp>
    <dsp:sp modelId="{397771D3-79DE-4769-964E-A28B1F35C4A5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EBB79-6353-46B7-95B6-AED38E720238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Tuples can be slightly faster and are hashable, making them suitable as dictionary keys.</a:t>
          </a:r>
        </a:p>
      </dsp:txBody>
      <dsp:txXfrm>
        <a:off x="3850802" y="2654049"/>
        <a:ext cx="3226223" cy="720000"/>
      </dsp:txXfrm>
    </dsp:sp>
    <dsp:sp modelId="{2FBF1F95-7D82-487F-B633-F724877D41F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B609B-3929-4EEE-9A26-73C92ECDB9D6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Returning multiple values from functions, storing configuration values, and more.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4F66-A0B6-D076-75B6-D13E3F487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49DCC-B2E7-A433-9BFB-0DA807BB9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F6868-B485-4D87-FA17-6E2724F9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74085-9DB9-DE51-E8FA-66C679BF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B56DA-F81F-1AAD-9C96-5FD35687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4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7883-4971-3021-245D-D65D13CF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2B9A-BCA3-7F07-ADC4-64D4DAA14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C6F3-5066-B450-E5BD-A255ABEC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96356-4F88-A8B0-5051-FA9B184C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1D286-83EB-6586-965F-D73C3AED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9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576C-EBDC-9345-7F5B-3F7ED8E5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6DF8C-8259-5C9B-57F2-C643B1AD8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549A2-FF2C-FFC0-DF8F-9E710502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D9325-0328-46DD-C8F7-4BE4A660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B1015-ACD3-1D06-D26F-D9390655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8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1260-D82E-023B-5798-6CB4B7CD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97207-5E66-428B-273E-F6820EA15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00AEC-A44E-A249-5F93-C7D316A5C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E365F-3FF8-C8C4-5EFB-E368A7C6F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B44BD-D448-28CD-EDB7-C7876637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28471-3ECB-471A-94BF-7F07CB41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7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3C22-64E5-6671-FE43-F18795D3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85410-434D-FD8E-619B-DEA83D24E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4098A-BBB6-E20B-9166-703FF8F8C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27545-5DC6-042E-D00B-7E4B96595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AE570-AA13-0CB7-EAFB-BEC308274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C432EA-2FED-A4B3-2CBE-B2D82BD4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D954E7-5FAB-7ACD-615E-A1802702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881600-8905-2D65-FCB0-DC78F43D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5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32BB-6505-7BB9-2D34-6A844C70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B5B2D3-4B41-9354-C820-7F52F69B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C5AEC-7A14-A5D0-050F-B2718E57D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A2A25-013C-9D22-6143-B29FE316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03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87979-439B-9A7C-8F15-0D3645DC9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A517C-11B2-81D2-F6C2-19535DF0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81A5-E59C-A102-271F-F4D07253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8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C6F4-15EC-A67B-A78A-E1A37708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72A80-D556-DA42-5289-F5171B702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58D0C-8055-FF06-59BD-1E6773F1C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F843B-AD69-0A7C-DBEE-C4830DD1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B53E9-8893-2DBB-2812-391EF8B1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AFCA5-EFCB-ADAC-6918-4240D6B2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8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B78E-3DBB-B9CE-A20A-953EE262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44851-4918-C26E-195E-3283B242C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D802D-920F-3303-55BE-C9023FA93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FFF43-A97F-2AC8-C242-2799DB84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6CF62-22F2-64F1-3762-A10F5C89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79033-3C93-2395-550F-9065F9FC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9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2366-42B7-E019-8482-C1D67700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5E659-4390-1221-4B8F-BE59CC9E0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1B9D7-6FFB-7AA3-B311-CD69E176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91508-66B6-212E-A337-26F64835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1D145-CC01-2969-C560-EA404AD7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6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D3DA5E-AD15-5209-FCEB-F8AA14FA1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5D1F9-E53C-9BF4-3207-8F2C4D376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92D46-8510-3F6E-B06B-8FC2585B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22C73-05DC-F2A3-26D9-D257E906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6269D-4CC9-6754-6649-E00BABF1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2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EBEB1-6065-5F3C-EC4B-AC8F73C1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180D1-AC94-E299-5017-53C04677B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E2370-EB38-D9C3-686D-2302BD009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3131D-6E6D-48FB-827A-9688F06A098E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12FE2-5501-23BE-F1F4-B24AFEBDA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3DAD-874D-A5F7-25E8-ABA42979B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9A107-C063-4EA2-98FA-8D8C58BB2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Math And Science Formulas">
            <a:extLst>
              <a:ext uri="{FF2B5EF4-FFF2-40B4-BE49-F238E27FC236}">
                <a16:creationId xmlns:a16="http://schemas.microsoft.com/office/drawing/2014/main" id="{31468932-ED1D-0841-026E-CCB41E1867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D4B2F-4804-23EA-8A18-208EF5139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Main Function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EFE36-5DA8-EF80-A0A1-263796DE6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Spring 2025</a:t>
            </a:r>
          </a:p>
          <a:p>
            <a:r>
              <a:rPr lang="en-US" sz="2200">
                <a:solidFill>
                  <a:srgbClr val="FFFFFF"/>
                </a:solidFill>
              </a:rPr>
              <a:t>CSUN</a:t>
            </a:r>
          </a:p>
          <a:p>
            <a:r>
              <a:rPr lang="en-US" sz="2200">
                <a:solidFill>
                  <a:srgbClr val="FFFFFF"/>
                </a:solidFill>
              </a:rPr>
              <a:t>Dr. Pouyan Eslami</a:t>
            </a:r>
          </a:p>
        </p:txBody>
      </p:sp>
    </p:spTree>
    <p:extLst>
      <p:ext uri="{BB962C8B-B14F-4D97-AF65-F5344CB8AC3E}">
        <p14:creationId xmlns:p14="http://schemas.microsoft.com/office/powerpoint/2010/main" val="94649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7ECB3-40EA-4B6E-83A8-5265EED4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What Is the Main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E7C57-85F0-56CA-A754-98139AFD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2000" dirty="0"/>
              <a:t>Definition: The main function is a convention in Python used as the program’s entry point.</a:t>
            </a:r>
          </a:p>
          <a:p>
            <a:endParaRPr lang="en-US" sz="2000" dirty="0"/>
          </a:p>
          <a:p>
            <a:r>
              <a:rPr lang="en-US" sz="2000" dirty="0"/>
              <a:t>if __name__ == '__main__': statement. </a:t>
            </a:r>
          </a:p>
          <a:p>
            <a:r>
              <a:rPr lang="en-US" sz="2000" dirty="0"/>
              <a:t>Emphasize that it prevents code from running when the module is imported.</a:t>
            </a:r>
          </a:p>
          <a:p>
            <a:endParaRPr lang="en-US" sz="2000" dirty="0"/>
          </a:p>
          <a:p>
            <a:r>
              <a:rPr lang="en-US" sz="2000" dirty="0"/>
              <a:t>Example # 1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44FE29B6-0173-2291-474F-28913E77B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" r="41194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941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AD90B-2EB2-40E8-C5EB-A3392607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Purpose and Benefits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59830CA-C306-6796-9EF6-2683E5CA5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57040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369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33DAB-76D2-B1DA-25F0-28186C48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Using Command-Line Arguments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5D2F9F-EE74-398E-8961-B59E26394B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53958" rIns="0" bIns="107916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The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module in Python provides access to system-specific parameters and functions, allowing interaction with the Python interpreter and its environment. It's always available and doesn't require external installation.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Some common uses of the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module include: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Command-line arguments: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Accessing arguments passed to a Python script via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Standard input/output/error streams: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Interacting with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sys.stdin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,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sys.stdout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, and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sys.stderr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Python interpreter information: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Retrieving details like the Python version 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sys.version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), executable path 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sys.executable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), and module search path 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sys.path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Exiting the program: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Terminating the script execution using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sys.exit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Exception handling: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Accessing information about the most recent exception with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sys.exc_info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Platform specifics: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Determining the operating system or platform using 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sys.platform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55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53DE9-0542-561E-A978-A9A9C117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Examples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4517-6EA2-EA87-F8C8-6CC7FEA3C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Please refer to Examples 2 to 12</a:t>
            </a:r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4802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5E7DA-167C-6CE6-EB27-D3D407F7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Lists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145F89F-2784-809B-099F-9371AA303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19251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79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ACEEE-E4B5-8FFF-6AC1-6D10906A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List Properties and Use Cases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A1548-E3DD-44FD-0BE8-4DE104C93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 Lists can be modified after they are created.</a:t>
            </a:r>
          </a:p>
          <a:p>
            <a:endParaRPr lang="en-US" sz="2400" dirty="0"/>
          </a:p>
          <a:p>
            <a:r>
              <a:rPr lang="en-US" sz="2400" dirty="0"/>
              <a:t> Elements maintain the order in which they were inserted.</a:t>
            </a:r>
          </a:p>
          <a:p>
            <a:endParaRPr lang="en-US" sz="2400" dirty="0"/>
          </a:p>
          <a:p>
            <a:r>
              <a:rPr lang="en-US" sz="2400" dirty="0"/>
              <a:t>Common Uses: </a:t>
            </a:r>
          </a:p>
          <a:p>
            <a:pPr lvl="1"/>
            <a:r>
              <a:rPr lang="en-US" dirty="0"/>
              <a:t>Data collection, iteration, and dynamic arrays.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8340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4E331-4A49-2A61-E959-5D2C1E7D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Examples of Lists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47C79CC-BD0C-7013-3A2B-8BC22F3B9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my_list = [1, 2, 3, 4, 5]</a:t>
            </a:r>
          </a:p>
          <a:p>
            <a:r>
              <a:rPr lang="en-US" sz="2000"/>
              <a:t>print(my_list)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For more examples refer to VS Code. Example 1 to 15.</a:t>
            </a:r>
          </a:p>
        </p:txBody>
      </p:sp>
    </p:spTree>
    <p:extLst>
      <p:ext uri="{BB962C8B-B14F-4D97-AF65-F5344CB8AC3E}">
        <p14:creationId xmlns:p14="http://schemas.microsoft.com/office/powerpoint/2010/main" val="221863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D0BFD-6775-87B8-EC23-B350B4EE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Tupples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53C07FC4-D0C0-0F68-36F6-A7A3B0FD9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2704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72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80CCE-8C16-B95F-05F2-F3D07CA0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When and Why to Use Tuples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E279D-A08A-A050-DC18-E5ADD8CBD4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6892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23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3A802-BED0-C536-5676-33CDEFEF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/>
              <a:t>Tupple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D1641-DF48-4CDC-D564-575A785B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Please check 13 </a:t>
            </a:r>
            <a:r>
              <a:rPr lang="en-US" sz="2000" dirty="0" err="1"/>
              <a:t>Tupple</a:t>
            </a:r>
            <a:r>
              <a:rPr lang="en-US" sz="2000" dirty="0"/>
              <a:t> examples.</a:t>
            </a:r>
          </a:p>
        </p:txBody>
      </p:sp>
    </p:spTree>
    <p:extLst>
      <p:ext uri="{BB962C8B-B14F-4D97-AF65-F5344CB8AC3E}">
        <p14:creationId xmlns:p14="http://schemas.microsoft.com/office/powerpoint/2010/main" val="184725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7A4A9-7057-FD52-4B98-246EA2DA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080E8-80C3-304E-7CDA-C8CF3A271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Dictionaries are mutable, unordered (in older versions; insertion ordered in Python 3.7+) collections of key-value pairs.</a:t>
            </a:r>
          </a:p>
          <a:p>
            <a:endParaRPr lang="en-US" sz="2400"/>
          </a:p>
          <a:p>
            <a:r>
              <a:rPr lang="en-US" sz="2400"/>
              <a:t>a simple dictionary-like {“name”: “Alice,” "age": 25}.</a:t>
            </a:r>
          </a:p>
          <a:p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665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9C635-27B1-E464-129A-09F5314C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200"/>
              <a:t>Use Cases and Benefits of Dictionaries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D153D-D71E-56AE-8C1F-3A04C2572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Access values quickly using keys.</a:t>
            </a:r>
          </a:p>
          <a:p>
            <a:endParaRPr lang="en-US" sz="2400"/>
          </a:p>
          <a:p>
            <a:r>
              <a:rPr lang="en-US" sz="2400"/>
              <a:t>Access values quickly using keys.</a:t>
            </a:r>
          </a:p>
          <a:p>
            <a:endParaRPr lang="en-US" sz="2400"/>
          </a:p>
          <a:p>
            <a:r>
              <a:rPr lang="en-US" sz="2400"/>
              <a:t>Define dictionaries using curly braces.</a:t>
            </a:r>
          </a:p>
          <a:p>
            <a:endParaRPr lang="en-US" sz="2400"/>
          </a:p>
          <a:p>
            <a:r>
              <a:rPr lang="en-US" sz="2400"/>
              <a:t>Check 17 Examples of Dictonaries</a:t>
            </a:r>
          </a:p>
        </p:txBody>
      </p:sp>
    </p:spTree>
    <p:extLst>
      <p:ext uri="{BB962C8B-B14F-4D97-AF65-F5344CB8AC3E}">
        <p14:creationId xmlns:p14="http://schemas.microsoft.com/office/powerpoint/2010/main" val="419704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15439-DAB4-8BEA-5FAC-CD7B36028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Strings	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4FA6-E793-EDD0-134B-BD993BF17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Strings are sequences of characters used to represent text.</a:t>
            </a:r>
          </a:p>
          <a:p>
            <a:endParaRPr lang="en-US" sz="2400" dirty="0"/>
          </a:p>
          <a:p>
            <a:r>
              <a:rPr lang="en-US" sz="2400" dirty="0"/>
              <a:t>Strings cannot be changed once created.</a:t>
            </a:r>
          </a:p>
          <a:p>
            <a:endParaRPr lang="en-US" sz="2400" dirty="0"/>
          </a:p>
          <a:p>
            <a:r>
              <a:rPr lang="en-US" sz="2400" dirty="0"/>
              <a:t>A simple string like "Hello, Python!".</a:t>
            </a:r>
          </a:p>
          <a:p>
            <a:endParaRPr lang="en-US" sz="2400" dirty="0"/>
          </a:p>
          <a:p>
            <a:r>
              <a:rPr lang="en-US" sz="2400" dirty="0"/>
              <a:t>Any modification creates a new string.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1997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E3D5B-3CEC-E24B-209E-ED59288A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8FFA-CBB4-84CE-D74D-456D82EB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Please check the VS Code.</a:t>
            </a:r>
          </a:p>
        </p:txBody>
      </p:sp>
    </p:spTree>
    <p:extLst>
      <p:ext uri="{BB962C8B-B14F-4D97-AF65-F5344CB8AC3E}">
        <p14:creationId xmlns:p14="http://schemas.microsoft.com/office/powerpoint/2010/main" val="55699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577</Words>
  <Application>Microsoft Office PowerPoint</Application>
  <PresentationFormat>Widescreen</PresentationFormat>
  <Paragraphs>76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Google Sans</vt:lpstr>
      <vt:lpstr>Office Theme</vt:lpstr>
      <vt:lpstr>Main Function </vt:lpstr>
      <vt:lpstr>What Is the Main Function?</vt:lpstr>
      <vt:lpstr>Purpose and Benefits</vt:lpstr>
      <vt:lpstr>Using Command-Line Arguments</vt:lpstr>
      <vt:lpstr>Examples</vt:lpstr>
      <vt:lpstr>Lists</vt:lpstr>
      <vt:lpstr>List Properties and Use Cases</vt:lpstr>
      <vt:lpstr>Examples of Lists</vt:lpstr>
      <vt:lpstr>Tupples</vt:lpstr>
      <vt:lpstr>When and Why to Use Tuples</vt:lpstr>
      <vt:lpstr>Tupple Examples</vt:lpstr>
      <vt:lpstr>Dictionaries</vt:lpstr>
      <vt:lpstr>Use Cases and Benefits of Dictionaries</vt:lpstr>
      <vt:lpstr>Strings </vt:lpstr>
      <vt:lpstr>String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Eslami, Pouyan</dc:creator>
  <cp:lastModifiedBy>Eslami, Pouyan</cp:lastModifiedBy>
  <cp:revision>1</cp:revision>
  <dcterms:created xsi:type="dcterms:W3CDTF">2025-04-03T20:17:49Z</dcterms:created>
  <dcterms:modified xsi:type="dcterms:W3CDTF">2025-04-03T21:19:08Z</dcterms:modified>
</cp:coreProperties>
</file>